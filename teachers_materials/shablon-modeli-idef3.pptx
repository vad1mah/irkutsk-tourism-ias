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 snapToGrid="0">
      <p:cViewPr>
        <p:scale>
          <a:sx n="140" d="100"/>
          <a:sy n="140" d="100"/>
        </p:scale>
        <p:origin x="840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F478-C870-DF4B-AF9C-A2AACD3DCC6C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1480-1674-D349-8BAF-9DC549713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76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F478-C870-DF4B-AF9C-A2AACD3DCC6C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1480-1674-D349-8BAF-9DC549713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800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F478-C870-DF4B-AF9C-A2AACD3DCC6C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1480-1674-D349-8BAF-9DC549713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068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F478-C870-DF4B-AF9C-A2AACD3DCC6C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1480-1674-D349-8BAF-9DC549713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05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F478-C870-DF4B-AF9C-A2AACD3DCC6C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1480-1674-D349-8BAF-9DC549713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2555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F478-C870-DF4B-AF9C-A2AACD3DCC6C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1480-1674-D349-8BAF-9DC549713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53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F478-C870-DF4B-AF9C-A2AACD3DCC6C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1480-1674-D349-8BAF-9DC549713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53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F478-C870-DF4B-AF9C-A2AACD3DCC6C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1480-1674-D349-8BAF-9DC549713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731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F478-C870-DF4B-AF9C-A2AACD3DCC6C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1480-1674-D349-8BAF-9DC549713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124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F478-C870-DF4B-AF9C-A2AACD3DCC6C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1480-1674-D349-8BAF-9DC549713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551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9F478-C870-DF4B-AF9C-A2AACD3DCC6C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1480-1674-D349-8BAF-9DC549713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70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E9F478-C870-DF4B-AF9C-A2AACD3DCC6C}" type="datetimeFigureOut">
              <a:rPr lang="ru-RU" smtClean="0"/>
              <a:t>27.03.2025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91480-1674-D349-8BAF-9DC5497130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801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Шаблон модели </a:t>
            </a:r>
            <a:r>
              <a:rPr lang="en-US" sz="2400" b="1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IDEF3</a:t>
            </a:r>
            <a:endParaRPr lang="ru-RU" sz="2400" b="1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39940" name="Group 4"/>
          <p:cNvGrpSpPr>
            <a:grpSpLocks/>
          </p:cNvGrpSpPr>
          <p:nvPr/>
        </p:nvGrpSpPr>
        <p:grpSpPr bwMode="auto">
          <a:xfrm>
            <a:off x="1277542" y="3105154"/>
            <a:ext cx="1134665" cy="732734"/>
            <a:chOff x="431" y="1570"/>
            <a:chExt cx="1088" cy="660"/>
          </a:xfrm>
        </p:grpSpPr>
        <p:sp>
          <p:nvSpPr>
            <p:cNvPr id="39941" name="Rectangle 5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 sz="1350"/>
            </a:p>
          </p:txBody>
        </p:sp>
        <p:sp>
          <p:nvSpPr>
            <p:cNvPr id="39942" name="Line 6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43" name="Line 7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44" name="Line 8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45" name="Text Box 9"/>
            <p:cNvSpPr txBox="1">
              <a:spLocks noChangeArrowheads="1"/>
            </p:cNvSpPr>
            <p:nvPr/>
          </p:nvSpPr>
          <p:spPr bwMode="auto">
            <a:xfrm>
              <a:off x="431" y="1980"/>
              <a:ext cx="67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dirty="0"/>
                <a:t>1.2.12</a:t>
              </a:r>
            </a:p>
          </p:txBody>
        </p:sp>
        <p:sp>
          <p:nvSpPr>
            <p:cNvPr id="39946" name="Text Box 10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dirty="0"/>
                <a:t>???</a:t>
              </a:r>
            </a:p>
          </p:txBody>
        </p:sp>
      </p:grpSp>
      <p:grpSp>
        <p:nvGrpSpPr>
          <p:cNvPr id="39954" name="Group 18"/>
          <p:cNvGrpSpPr>
            <a:grpSpLocks/>
          </p:cNvGrpSpPr>
          <p:nvPr/>
        </p:nvGrpSpPr>
        <p:grpSpPr bwMode="auto">
          <a:xfrm>
            <a:off x="3168255" y="2457453"/>
            <a:ext cx="1350169" cy="741616"/>
            <a:chOff x="431" y="1570"/>
            <a:chExt cx="1088" cy="668"/>
          </a:xfrm>
        </p:grpSpPr>
        <p:sp>
          <p:nvSpPr>
            <p:cNvPr id="39955" name="Rectangle 19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 sz="1350"/>
            </a:p>
          </p:txBody>
        </p:sp>
        <p:sp>
          <p:nvSpPr>
            <p:cNvPr id="39956" name="Line 20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57" name="Line 21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58" name="Line 22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59" name="Text Box 23"/>
            <p:cNvSpPr txBox="1">
              <a:spLocks noChangeArrowheads="1"/>
            </p:cNvSpPr>
            <p:nvPr/>
          </p:nvSpPr>
          <p:spPr bwMode="auto">
            <a:xfrm>
              <a:off x="431" y="1988"/>
              <a:ext cx="5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dirty="0"/>
                <a:t>1.2.13</a:t>
              </a:r>
            </a:p>
          </p:txBody>
        </p:sp>
        <p:sp>
          <p:nvSpPr>
            <p:cNvPr id="39960" name="Text Box 24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dirty="0"/>
                <a:t>???</a:t>
              </a:r>
            </a:p>
          </p:txBody>
        </p:sp>
      </p:grpSp>
      <p:grpSp>
        <p:nvGrpSpPr>
          <p:cNvPr id="39961" name="Group 25"/>
          <p:cNvGrpSpPr>
            <a:grpSpLocks/>
          </p:cNvGrpSpPr>
          <p:nvPr/>
        </p:nvGrpSpPr>
        <p:grpSpPr bwMode="auto">
          <a:xfrm>
            <a:off x="3113486" y="3537348"/>
            <a:ext cx="1458515" cy="741615"/>
            <a:chOff x="431" y="1570"/>
            <a:chExt cx="1088" cy="668"/>
          </a:xfrm>
        </p:grpSpPr>
        <p:sp>
          <p:nvSpPr>
            <p:cNvPr id="39962" name="Rectangle 26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 sz="1350"/>
            </a:p>
          </p:txBody>
        </p:sp>
        <p:sp>
          <p:nvSpPr>
            <p:cNvPr id="39963" name="Line 27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64" name="Line 28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65" name="Line 29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66" name="Text Box 30"/>
            <p:cNvSpPr txBox="1">
              <a:spLocks noChangeArrowheads="1"/>
            </p:cNvSpPr>
            <p:nvPr/>
          </p:nvSpPr>
          <p:spPr bwMode="auto">
            <a:xfrm>
              <a:off x="431" y="1988"/>
              <a:ext cx="5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dirty="0"/>
                <a:t>1.2.14</a:t>
              </a:r>
            </a:p>
          </p:txBody>
        </p:sp>
        <p:sp>
          <p:nvSpPr>
            <p:cNvPr id="39967" name="Text Box 31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dirty="0"/>
                <a:t>???</a:t>
              </a:r>
            </a:p>
          </p:txBody>
        </p:sp>
      </p:grpSp>
      <p:grpSp>
        <p:nvGrpSpPr>
          <p:cNvPr id="39968" name="Group 32"/>
          <p:cNvGrpSpPr>
            <a:grpSpLocks/>
          </p:cNvGrpSpPr>
          <p:nvPr/>
        </p:nvGrpSpPr>
        <p:grpSpPr bwMode="auto">
          <a:xfrm>
            <a:off x="5328047" y="2996804"/>
            <a:ext cx="1404938" cy="748276"/>
            <a:chOff x="431" y="1570"/>
            <a:chExt cx="1088" cy="674"/>
          </a:xfrm>
        </p:grpSpPr>
        <p:sp>
          <p:nvSpPr>
            <p:cNvPr id="39969" name="Rectangle 33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 sz="1350"/>
            </a:p>
          </p:txBody>
        </p:sp>
        <p:sp>
          <p:nvSpPr>
            <p:cNvPr id="39970" name="Line 34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71" name="Line 35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72" name="Line 36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73" name="Text Box 37"/>
            <p:cNvSpPr txBox="1">
              <a:spLocks noChangeArrowheads="1"/>
            </p:cNvSpPr>
            <p:nvPr/>
          </p:nvSpPr>
          <p:spPr bwMode="auto">
            <a:xfrm>
              <a:off x="431" y="1994"/>
              <a:ext cx="5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dirty="0"/>
                <a:t>1.2.15</a:t>
              </a:r>
            </a:p>
          </p:txBody>
        </p:sp>
        <p:sp>
          <p:nvSpPr>
            <p:cNvPr id="39974" name="Text Box 38"/>
            <p:cNvSpPr txBox="1">
              <a:spLocks noChangeArrowheads="1"/>
            </p:cNvSpPr>
            <p:nvPr/>
          </p:nvSpPr>
          <p:spPr bwMode="auto">
            <a:xfrm>
              <a:off x="477" y="1616"/>
              <a:ext cx="104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dirty="0"/>
                <a:t>???</a:t>
              </a:r>
            </a:p>
          </p:txBody>
        </p:sp>
      </p:grpSp>
      <p:grpSp>
        <p:nvGrpSpPr>
          <p:cNvPr id="39975" name="Group 39"/>
          <p:cNvGrpSpPr>
            <a:grpSpLocks/>
          </p:cNvGrpSpPr>
          <p:nvPr/>
        </p:nvGrpSpPr>
        <p:grpSpPr bwMode="auto">
          <a:xfrm>
            <a:off x="4356499" y="4725592"/>
            <a:ext cx="1296590" cy="741615"/>
            <a:chOff x="431" y="1570"/>
            <a:chExt cx="1088" cy="668"/>
          </a:xfrm>
        </p:grpSpPr>
        <p:sp>
          <p:nvSpPr>
            <p:cNvPr id="39976" name="Rectangle 40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 sz="1350"/>
            </a:p>
          </p:txBody>
        </p:sp>
        <p:sp>
          <p:nvSpPr>
            <p:cNvPr id="39977" name="Line 41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78" name="Line 42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79" name="Line 43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80" name="Text Box 44"/>
            <p:cNvSpPr txBox="1">
              <a:spLocks noChangeArrowheads="1"/>
            </p:cNvSpPr>
            <p:nvPr/>
          </p:nvSpPr>
          <p:spPr bwMode="auto">
            <a:xfrm>
              <a:off x="431" y="1988"/>
              <a:ext cx="5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dirty="0"/>
                <a:t>1.2.16</a:t>
              </a:r>
            </a:p>
          </p:txBody>
        </p:sp>
        <p:sp>
          <p:nvSpPr>
            <p:cNvPr id="39981" name="Text Box 45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dirty="0"/>
                <a:t>???</a:t>
              </a:r>
            </a:p>
          </p:txBody>
        </p:sp>
      </p:grpSp>
      <p:grpSp>
        <p:nvGrpSpPr>
          <p:cNvPr id="39982" name="Group 46"/>
          <p:cNvGrpSpPr>
            <a:grpSpLocks/>
          </p:cNvGrpSpPr>
          <p:nvPr/>
        </p:nvGrpSpPr>
        <p:grpSpPr bwMode="auto">
          <a:xfrm>
            <a:off x="6300788" y="4725592"/>
            <a:ext cx="1458516" cy="748276"/>
            <a:chOff x="431" y="1570"/>
            <a:chExt cx="1088" cy="674"/>
          </a:xfrm>
        </p:grpSpPr>
        <p:sp>
          <p:nvSpPr>
            <p:cNvPr id="39983" name="Rectangle 47"/>
            <p:cNvSpPr>
              <a:spLocks noChangeArrowheads="1"/>
            </p:cNvSpPr>
            <p:nvPr/>
          </p:nvSpPr>
          <p:spPr bwMode="auto">
            <a:xfrm>
              <a:off x="431" y="1570"/>
              <a:ext cx="1088" cy="63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 sz="1350"/>
            </a:p>
          </p:txBody>
        </p:sp>
        <p:sp>
          <p:nvSpPr>
            <p:cNvPr id="39984" name="Line 48"/>
            <p:cNvSpPr>
              <a:spLocks noChangeShapeType="1"/>
            </p:cNvSpPr>
            <p:nvPr/>
          </p:nvSpPr>
          <p:spPr bwMode="auto">
            <a:xfrm>
              <a:off x="431" y="2024"/>
              <a:ext cx="10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85" name="Line 49"/>
            <p:cNvSpPr>
              <a:spLocks noChangeShapeType="1"/>
            </p:cNvSpPr>
            <p:nvPr/>
          </p:nvSpPr>
          <p:spPr bwMode="auto">
            <a:xfrm>
              <a:off x="975" y="202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86" name="Line 50"/>
            <p:cNvSpPr>
              <a:spLocks noChangeShapeType="1"/>
            </p:cNvSpPr>
            <p:nvPr/>
          </p:nvSpPr>
          <p:spPr bwMode="auto">
            <a:xfrm flipH="1">
              <a:off x="431" y="1570"/>
              <a:ext cx="45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39987" name="Text Box 51"/>
            <p:cNvSpPr txBox="1">
              <a:spLocks noChangeArrowheads="1"/>
            </p:cNvSpPr>
            <p:nvPr/>
          </p:nvSpPr>
          <p:spPr bwMode="auto">
            <a:xfrm>
              <a:off x="431" y="1994"/>
              <a:ext cx="54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ru-RU" sz="1200" b="1" dirty="0"/>
                <a:t>1.2.17</a:t>
              </a:r>
            </a:p>
          </p:txBody>
        </p:sp>
        <p:sp>
          <p:nvSpPr>
            <p:cNvPr id="39988" name="Text Box 52"/>
            <p:cNvSpPr txBox="1">
              <a:spLocks noChangeArrowheads="1"/>
            </p:cNvSpPr>
            <p:nvPr/>
          </p:nvSpPr>
          <p:spPr bwMode="auto">
            <a:xfrm>
              <a:off x="476" y="1616"/>
              <a:ext cx="10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1200" dirty="0"/>
                <a:t>???</a:t>
              </a:r>
            </a:p>
          </p:txBody>
        </p:sp>
      </p:grpSp>
      <p:sp>
        <p:nvSpPr>
          <p:cNvPr id="40005" name="Line 69"/>
          <p:cNvSpPr>
            <a:spLocks noChangeShapeType="1"/>
          </p:cNvSpPr>
          <p:nvPr/>
        </p:nvSpPr>
        <p:spPr bwMode="auto">
          <a:xfrm>
            <a:off x="1143000" y="3429000"/>
            <a:ext cx="13454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 sz="1350"/>
          </a:p>
        </p:txBody>
      </p:sp>
      <p:sp>
        <p:nvSpPr>
          <p:cNvPr id="40006" name="Line 70"/>
          <p:cNvSpPr>
            <a:spLocks noChangeShapeType="1"/>
          </p:cNvSpPr>
          <p:nvPr/>
        </p:nvSpPr>
        <p:spPr bwMode="auto">
          <a:xfrm>
            <a:off x="2412206" y="3429000"/>
            <a:ext cx="161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 sz="1350"/>
          </a:p>
        </p:txBody>
      </p:sp>
      <p:cxnSp>
        <p:nvCxnSpPr>
          <p:cNvPr id="40007" name="AutoShape 71"/>
          <p:cNvCxnSpPr>
            <a:cxnSpLocks noChangeShapeType="1"/>
          </p:cNvCxnSpPr>
          <p:nvPr/>
        </p:nvCxnSpPr>
        <p:spPr bwMode="auto">
          <a:xfrm flipV="1">
            <a:off x="2951561" y="2781301"/>
            <a:ext cx="216694" cy="592931"/>
          </a:xfrm>
          <a:prstGeom prst="bentConnector3">
            <a:avLst>
              <a:gd name="adj1" fmla="val 4944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40008" name="AutoShape 72"/>
          <p:cNvCxnSpPr>
            <a:cxnSpLocks noChangeShapeType="1"/>
          </p:cNvCxnSpPr>
          <p:nvPr/>
        </p:nvCxnSpPr>
        <p:spPr bwMode="auto">
          <a:xfrm>
            <a:off x="2951560" y="3482580"/>
            <a:ext cx="161925" cy="486965"/>
          </a:xfrm>
          <a:prstGeom prst="bentConnector3">
            <a:avLst>
              <a:gd name="adj1" fmla="val 49264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40009" name="AutoShape 73"/>
          <p:cNvCxnSpPr>
            <a:cxnSpLocks noChangeShapeType="1"/>
          </p:cNvCxnSpPr>
          <p:nvPr/>
        </p:nvCxnSpPr>
        <p:spPr bwMode="auto">
          <a:xfrm>
            <a:off x="4518423" y="2672955"/>
            <a:ext cx="215503" cy="621506"/>
          </a:xfrm>
          <a:prstGeom prst="bentConnector3">
            <a:avLst>
              <a:gd name="adj1" fmla="val 49722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40010" name="AutoShape 74"/>
          <p:cNvCxnSpPr>
            <a:cxnSpLocks noChangeShapeType="1"/>
          </p:cNvCxnSpPr>
          <p:nvPr/>
        </p:nvCxnSpPr>
        <p:spPr bwMode="auto">
          <a:xfrm flipV="1">
            <a:off x="4572000" y="3429000"/>
            <a:ext cx="161925" cy="45839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40011" name="Line 75"/>
          <p:cNvSpPr>
            <a:spLocks noChangeShapeType="1"/>
          </p:cNvSpPr>
          <p:nvPr/>
        </p:nvSpPr>
        <p:spPr bwMode="auto">
          <a:xfrm>
            <a:off x="5112544" y="3375422"/>
            <a:ext cx="2155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 sz="1350"/>
          </a:p>
        </p:txBody>
      </p:sp>
      <p:cxnSp>
        <p:nvCxnSpPr>
          <p:cNvPr id="40013" name="AutoShape 77"/>
          <p:cNvCxnSpPr>
            <a:cxnSpLocks noChangeShapeType="1"/>
            <a:stCxn id="39974" idx="3"/>
            <a:endCxn id="39976" idx="1"/>
          </p:cNvCxnSpPr>
          <p:nvPr/>
        </p:nvCxnSpPr>
        <p:spPr bwMode="auto">
          <a:xfrm flipH="1">
            <a:off x="4356499" y="3186648"/>
            <a:ext cx="2376486" cy="1891433"/>
          </a:xfrm>
          <a:prstGeom prst="bentConnector5">
            <a:avLst>
              <a:gd name="adj1" fmla="val -9619"/>
              <a:gd name="adj2" fmla="val 44350"/>
              <a:gd name="adj3" fmla="val 1096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40014" name="Line 78"/>
          <p:cNvSpPr>
            <a:spLocks noChangeShapeType="1"/>
          </p:cNvSpPr>
          <p:nvPr/>
        </p:nvSpPr>
        <p:spPr bwMode="auto">
          <a:xfrm>
            <a:off x="5651899" y="5103019"/>
            <a:ext cx="64889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 sz="1350"/>
          </a:p>
        </p:txBody>
      </p:sp>
      <p:sp>
        <p:nvSpPr>
          <p:cNvPr id="40017" name="Line 81"/>
          <p:cNvSpPr>
            <a:spLocks noChangeShapeType="1"/>
          </p:cNvSpPr>
          <p:nvPr/>
        </p:nvSpPr>
        <p:spPr bwMode="auto">
          <a:xfrm>
            <a:off x="7758112" y="5103019"/>
            <a:ext cx="24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ru-RU" sz="1350"/>
          </a:p>
        </p:txBody>
      </p:sp>
      <p:grpSp>
        <p:nvGrpSpPr>
          <p:cNvPr id="40018" name="Group 82"/>
          <p:cNvGrpSpPr>
            <a:grpSpLocks/>
          </p:cNvGrpSpPr>
          <p:nvPr/>
        </p:nvGrpSpPr>
        <p:grpSpPr bwMode="auto">
          <a:xfrm>
            <a:off x="1547812" y="4941095"/>
            <a:ext cx="2214563" cy="864394"/>
            <a:chOff x="204" y="3113"/>
            <a:chExt cx="1179" cy="589"/>
          </a:xfrm>
        </p:grpSpPr>
        <p:sp>
          <p:nvSpPr>
            <p:cNvPr id="40019" name="Rectangle 83"/>
            <p:cNvSpPr>
              <a:spLocks noChangeArrowheads="1"/>
            </p:cNvSpPr>
            <p:nvPr/>
          </p:nvSpPr>
          <p:spPr bwMode="auto">
            <a:xfrm>
              <a:off x="204" y="3113"/>
              <a:ext cx="1179" cy="5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ru-RU" sz="1350"/>
            </a:p>
          </p:txBody>
        </p:sp>
        <p:sp>
          <p:nvSpPr>
            <p:cNvPr id="40020" name="Line 84"/>
            <p:cNvSpPr>
              <a:spLocks noChangeShapeType="1"/>
            </p:cNvSpPr>
            <p:nvPr/>
          </p:nvSpPr>
          <p:spPr bwMode="auto">
            <a:xfrm>
              <a:off x="204" y="3521"/>
              <a:ext cx="1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ru-RU" sz="1350"/>
            </a:p>
          </p:txBody>
        </p:sp>
        <p:sp>
          <p:nvSpPr>
            <p:cNvPr id="40021" name="Text Box 85"/>
            <p:cNvSpPr txBox="1">
              <a:spLocks noChangeArrowheads="1"/>
            </p:cNvSpPr>
            <p:nvPr/>
          </p:nvSpPr>
          <p:spPr bwMode="auto">
            <a:xfrm>
              <a:off x="249" y="3113"/>
              <a:ext cx="1134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/>
                <a:t>GOTO/</a:t>
              </a:r>
              <a:r>
                <a:rPr lang="ru-RU" sz="1200" dirty="0"/>
                <a:t> ???</a:t>
              </a:r>
            </a:p>
          </p:txBody>
        </p:sp>
      </p:grpSp>
      <p:sp>
        <p:nvSpPr>
          <p:cNvPr id="40022" name="Line 86"/>
          <p:cNvSpPr>
            <a:spLocks noChangeShapeType="1"/>
          </p:cNvSpPr>
          <p:nvPr/>
        </p:nvSpPr>
        <p:spPr bwMode="auto">
          <a:xfrm>
            <a:off x="3762376" y="5643563"/>
            <a:ext cx="124182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ru-RU" sz="1350"/>
          </a:p>
        </p:txBody>
      </p:sp>
      <p:sp>
        <p:nvSpPr>
          <p:cNvPr id="40023" name="Line 87"/>
          <p:cNvSpPr>
            <a:spLocks noChangeShapeType="1"/>
          </p:cNvSpPr>
          <p:nvPr/>
        </p:nvSpPr>
        <p:spPr bwMode="auto">
          <a:xfrm flipV="1">
            <a:off x="5004197" y="5426870"/>
            <a:ext cx="0" cy="216694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ru-RU" sz="1350"/>
          </a:p>
        </p:txBody>
      </p:sp>
      <p:grpSp>
        <p:nvGrpSpPr>
          <p:cNvPr id="40025" name="Group 89"/>
          <p:cNvGrpSpPr>
            <a:grpSpLocks/>
          </p:cNvGrpSpPr>
          <p:nvPr/>
        </p:nvGrpSpPr>
        <p:grpSpPr bwMode="auto">
          <a:xfrm>
            <a:off x="2574132" y="3213497"/>
            <a:ext cx="378619" cy="731043"/>
            <a:chOff x="1202" y="1979"/>
            <a:chExt cx="318" cy="614"/>
          </a:xfrm>
        </p:grpSpPr>
        <p:grpSp>
          <p:nvGrpSpPr>
            <p:cNvPr id="39993" name="Group 57"/>
            <p:cNvGrpSpPr>
              <a:grpSpLocks/>
            </p:cNvGrpSpPr>
            <p:nvPr/>
          </p:nvGrpSpPr>
          <p:grpSpPr bwMode="auto">
            <a:xfrm>
              <a:off x="1202" y="1979"/>
              <a:ext cx="317" cy="317"/>
              <a:chOff x="930" y="3249"/>
              <a:chExt cx="317" cy="317"/>
            </a:xfrm>
          </p:grpSpPr>
          <p:sp>
            <p:nvSpPr>
              <p:cNvPr id="39994" name="Rectangle 58"/>
              <p:cNvSpPr>
                <a:spLocks noChangeArrowheads="1"/>
              </p:cNvSpPr>
              <p:nvPr/>
            </p:nvSpPr>
            <p:spPr bwMode="auto">
              <a:xfrm>
                <a:off x="930" y="3249"/>
                <a:ext cx="317" cy="3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ru-RU" sz="1350"/>
              </a:p>
            </p:txBody>
          </p:sp>
          <p:sp>
            <p:nvSpPr>
              <p:cNvPr id="39995" name="Line 59"/>
              <p:cNvSpPr>
                <a:spLocks noChangeShapeType="1"/>
              </p:cNvSpPr>
              <p:nvPr/>
            </p:nvSpPr>
            <p:spPr bwMode="auto">
              <a:xfrm>
                <a:off x="975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ru-RU" sz="1350"/>
              </a:p>
            </p:txBody>
          </p:sp>
          <p:sp>
            <p:nvSpPr>
              <p:cNvPr id="39996" name="Text Box 60"/>
              <p:cNvSpPr txBox="1">
                <a:spLocks noChangeArrowheads="1"/>
              </p:cNvSpPr>
              <p:nvPr/>
            </p:nvSpPr>
            <p:spPr bwMode="auto">
              <a:xfrm>
                <a:off x="975" y="3294"/>
                <a:ext cx="182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350" b="1"/>
                  <a:t>&amp;</a:t>
                </a:r>
                <a:endParaRPr lang="ru-RU" sz="1350" b="1"/>
              </a:p>
            </p:txBody>
          </p:sp>
        </p:grpSp>
        <p:sp>
          <p:nvSpPr>
            <p:cNvPr id="40024" name="Text Box 88"/>
            <p:cNvSpPr txBox="1">
              <a:spLocks noChangeArrowheads="1"/>
            </p:cNvSpPr>
            <p:nvPr/>
          </p:nvSpPr>
          <p:spPr bwMode="auto">
            <a:xfrm>
              <a:off x="1202" y="2341"/>
              <a:ext cx="31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350" b="1"/>
                <a:t>J7</a:t>
              </a:r>
              <a:endParaRPr lang="ru-RU" sz="1350" b="1"/>
            </a:p>
          </p:txBody>
        </p:sp>
      </p:grpSp>
      <p:grpSp>
        <p:nvGrpSpPr>
          <p:cNvPr id="40027" name="Group 91"/>
          <p:cNvGrpSpPr>
            <a:grpSpLocks/>
          </p:cNvGrpSpPr>
          <p:nvPr/>
        </p:nvGrpSpPr>
        <p:grpSpPr bwMode="auto">
          <a:xfrm>
            <a:off x="4733926" y="3158728"/>
            <a:ext cx="378619" cy="678656"/>
            <a:chOff x="3016" y="1933"/>
            <a:chExt cx="318" cy="570"/>
          </a:xfrm>
        </p:grpSpPr>
        <p:grpSp>
          <p:nvGrpSpPr>
            <p:cNvPr id="39997" name="Group 61"/>
            <p:cNvGrpSpPr>
              <a:grpSpLocks/>
            </p:cNvGrpSpPr>
            <p:nvPr/>
          </p:nvGrpSpPr>
          <p:grpSpPr bwMode="auto">
            <a:xfrm>
              <a:off x="3016" y="1933"/>
              <a:ext cx="317" cy="317"/>
              <a:chOff x="930" y="3249"/>
              <a:chExt cx="317" cy="317"/>
            </a:xfrm>
          </p:grpSpPr>
          <p:sp>
            <p:nvSpPr>
              <p:cNvPr id="39998" name="Rectangle 62"/>
              <p:cNvSpPr>
                <a:spLocks noChangeArrowheads="1"/>
              </p:cNvSpPr>
              <p:nvPr/>
            </p:nvSpPr>
            <p:spPr bwMode="auto">
              <a:xfrm>
                <a:off x="930" y="3249"/>
                <a:ext cx="317" cy="3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ru-RU" sz="1350"/>
              </a:p>
            </p:txBody>
          </p:sp>
          <p:sp>
            <p:nvSpPr>
              <p:cNvPr id="39999" name="Line 63"/>
              <p:cNvSpPr>
                <a:spLocks noChangeShapeType="1"/>
              </p:cNvSpPr>
              <p:nvPr/>
            </p:nvSpPr>
            <p:spPr bwMode="auto">
              <a:xfrm>
                <a:off x="975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ru-RU" sz="1350"/>
              </a:p>
            </p:txBody>
          </p:sp>
          <p:sp>
            <p:nvSpPr>
              <p:cNvPr id="40000" name="Text Box 64"/>
              <p:cNvSpPr txBox="1">
                <a:spLocks noChangeArrowheads="1"/>
              </p:cNvSpPr>
              <p:nvPr/>
            </p:nvSpPr>
            <p:spPr bwMode="auto">
              <a:xfrm>
                <a:off x="975" y="3294"/>
                <a:ext cx="182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350" b="1"/>
                  <a:t>&amp;</a:t>
                </a:r>
                <a:endParaRPr lang="ru-RU" sz="1350" b="1"/>
              </a:p>
            </p:txBody>
          </p:sp>
        </p:grpSp>
        <p:sp>
          <p:nvSpPr>
            <p:cNvPr id="40026" name="Text Box 90"/>
            <p:cNvSpPr txBox="1">
              <a:spLocks noChangeArrowheads="1"/>
            </p:cNvSpPr>
            <p:nvPr/>
          </p:nvSpPr>
          <p:spPr bwMode="auto">
            <a:xfrm>
              <a:off x="3016" y="2251"/>
              <a:ext cx="31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350" b="1"/>
                <a:t>J8</a:t>
              </a:r>
              <a:endParaRPr lang="ru-RU" sz="1350" b="1"/>
            </a:p>
          </p:txBody>
        </p:sp>
      </p:grpSp>
      <p:grpSp>
        <p:nvGrpSpPr>
          <p:cNvPr id="4" name="Group 79">
            <a:extLst>
              <a:ext uri="{FF2B5EF4-FFF2-40B4-BE49-F238E27FC236}">
                <a16:creationId xmlns:a16="http://schemas.microsoft.com/office/drawing/2014/main" id="{90EF2AD6-57D3-6969-0C0F-D4009D3F4DB6}"/>
              </a:ext>
            </a:extLst>
          </p:cNvPr>
          <p:cNvGrpSpPr>
            <a:grpSpLocks/>
          </p:cNvGrpSpPr>
          <p:nvPr/>
        </p:nvGrpSpPr>
        <p:grpSpPr bwMode="auto">
          <a:xfrm>
            <a:off x="6931724" y="991316"/>
            <a:ext cx="520635" cy="874786"/>
            <a:chOff x="3969" y="2478"/>
            <a:chExt cx="318" cy="593"/>
          </a:xfrm>
        </p:grpSpPr>
        <p:grpSp>
          <p:nvGrpSpPr>
            <p:cNvPr id="5" name="Group 50">
              <a:extLst>
                <a:ext uri="{FF2B5EF4-FFF2-40B4-BE49-F238E27FC236}">
                  <a16:creationId xmlns:a16="http://schemas.microsoft.com/office/drawing/2014/main" id="{FF761259-7602-87F7-3A83-17FA24D1F7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9" y="2478"/>
              <a:ext cx="227" cy="317"/>
              <a:chOff x="930" y="3249"/>
              <a:chExt cx="227" cy="317"/>
            </a:xfrm>
          </p:grpSpPr>
          <p:sp>
            <p:nvSpPr>
              <p:cNvPr id="7" name="Rectangle 51">
                <a:extLst>
                  <a:ext uri="{FF2B5EF4-FFF2-40B4-BE49-F238E27FC236}">
                    <a16:creationId xmlns:a16="http://schemas.microsoft.com/office/drawing/2014/main" id="{1723E0F3-A384-6EB9-91D0-A73E3C227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3249"/>
                <a:ext cx="227" cy="31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ru-RU"/>
              </a:p>
            </p:txBody>
          </p:sp>
          <p:sp>
            <p:nvSpPr>
              <p:cNvPr id="8" name="Line 52">
                <a:extLst>
                  <a:ext uri="{FF2B5EF4-FFF2-40B4-BE49-F238E27FC236}">
                    <a16:creationId xmlns:a16="http://schemas.microsoft.com/office/drawing/2014/main" id="{8A24718F-DCBF-C9A3-03AC-2DB357D062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5" y="3249"/>
                <a:ext cx="0" cy="3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9" name="Text Box 53">
                <a:extLst>
                  <a:ext uri="{FF2B5EF4-FFF2-40B4-BE49-F238E27FC236}">
                    <a16:creationId xmlns:a16="http://schemas.microsoft.com/office/drawing/2014/main" id="{AA92F2CF-021B-91D6-6418-1F285918CA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5" y="3294"/>
                <a:ext cx="18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ru-RU" b="1"/>
                  <a:t>Х</a:t>
                </a:r>
              </a:p>
            </p:txBody>
          </p:sp>
        </p:grpSp>
        <p:sp>
          <p:nvSpPr>
            <p:cNvPr id="6" name="Text Box 75">
              <a:extLst>
                <a:ext uri="{FF2B5EF4-FFF2-40B4-BE49-F238E27FC236}">
                  <a16:creationId xmlns:a16="http://schemas.microsoft.com/office/drawing/2014/main" id="{349DE26C-29B8-66D4-2C45-D184EF017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" y="2840"/>
              <a:ext cx="31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dirty="0"/>
                <a:t>J5</a:t>
              </a:r>
              <a:endParaRPr lang="ru-RU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9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0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0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4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0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0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0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05" grpId="0" animBg="1"/>
      <p:bldP spid="40006" grpId="0" animBg="1"/>
      <p:bldP spid="40011" grpId="0" animBg="1"/>
      <p:bldP spid="40014" grpId="0" animBg="1"/>
      <p:bldP spid="40017" grpId="0" animBg="1"/>
      <p:bldP spid="40022" grpId="0" animBg="1"/>
      <p:bldP spid="40023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24</Words>
  <Application>Microsoft Macintosh PowerPoint</Application>
  <PresentationFormat>Экран (4:3)</PresentationFormat>
  <Paragraphs>20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Шаблон модели IDEF3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модели IDEF3</dc:title>
  <dc:creator>Microsoft Office User</dc:creator>
  <cp:lastModifiedBy>Microsoft Office User</cp:lastModifiedBy>
  <cp:revision>1</cp:revision>
  <dcterms:created xsi:type="dcterms:W3CDTF">2025-03-27T07:08:18Z</dcterms:created>
  <dcterms:modified xsi:type="dcterms:W3CDTF">2025-03-27T07:11:56Z</dcterms:modified>
</cp:coreProperties>
</file>